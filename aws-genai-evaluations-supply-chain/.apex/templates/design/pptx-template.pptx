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5" r:id="rId3"/>
    <p:sldId id="260" r:id="rId4"/>
    <p:sldId id="262" r:id="rId5"/>
    <p:sldId id="263" r:id="rId6"/>
    <p:sldId id="264" r:id="rId7"/>
    <p:sldId id="268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B0603020204020204" pitchFamily="34" charset="0"/>
      <p:regular r:id="rId15"/>
      <p:bold r:id="rId16"/>
      <p:italic r:id="rId17"/>
      <p:boldItalic r:id="rId18"/>
    </p:embeddedFont>
    <p:embeddedFont>
      <p:font typeface="Lucida Console" panose="020B0609040504020204" pitchFamily="49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nt slides" id="{EC17E99E-D672-4609-B42A-AE99DD1E8900}">
          <p14:sldIdLst>
            <p14:sldId id="258"/>
            <p14:sldId id="265"/>
            <p14:sldId id="260"/>
            <p14:sldId id="262"/>
            <p14:sldId id="263"/>
            <p14:sldId id="26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yden, Shannon" initials="DS" lastIdx="1" clrIdx="0">
    <p:extLst>
      <p:ext uri="{19B8F6BF-5375-455C-9EA6-DF929625EA0E}">
        <p15:presenceInfo xmlns:p15="http://schemas.microsoft.com/office/powerpoint/2012/main" userId="S-1-5-21-1407069837-2091007605-538272213-39364416" providerId="AD"/>
      </p:ext>
    </p:extLst>
  </p:cmAuthor>
  <p:cmAuthor id="2" name="Strom, Hilary" initials="SH" lastIdx="1" clrIdx="1">
    <p:extLst>
      <p:ext uri="{19B8F6BF-5375-455C-9EA6-DF929625EA0E}">
        <p15:presenceInfo xmlns:p15="http://schemas.microsoft.com/office/powerpoint/2012/main" userId="S-1-5-21-1407069837-2091007605-538272213-413045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6215" autoAdjust="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260DE7-04AD-4C12-9D26-5A8DB9DF7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D8ECB0-81BC-451D-B511-0C351D8B40F7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35109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E1332B-B9B3-44AE-8A49-2626B8091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353722-68E3-4138-8A81-F72F7531BC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8A6D07-C6BB-40C9-B1EC-76903560C0C2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4F9588-E1F4-4BDF-996E-3C6BF19F63F9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71268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A13C1F-8C67-404B-B806-4F34A751FD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0E4D76-1B78-41A6-A9DC-5B3B502BB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DC008E-3705-4F87-95AE-0543E406B2E8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7C3ED6-021A-4601-8A2E-E74420E9DFB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11802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97EE93C-8CD6-4A71-B69D-AC03D8B47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155C57-5861-4985-97FD-080A655F69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6361D3-7576-4EF6-93A4-D444BC5832A9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EB203F-2BBA-43D1-8752-A099F6DD5DE5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62937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B70BFFB-0093-421A-9336-050D902227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33CD46-0AFF-491A-81DD-A41D6C0A0C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3B8B81-99AB-4EBC-A88B-721ADD9F3665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DEA75B-8DE2-4614-9C02-6247F67EE23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89932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DBAA309-92EA-4379-8B36-A33B00AC0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5D5CC1-F214-4B0D-B624-747936DBC0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7AF63D-8D6A-4E77-B454-4B73E91DD4F9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60C213-98F0-4946-912E-2327F40D47C2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24589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268F13E-C214-4B8D-880A-BA0FCE0C9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98E043-3FBE-4BA4-AC46-79BDCCF502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4768AC-5158-4208-858C-DCC5A57FBBB5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2A2F-CBDE-4371-9910-FFF0B1C2704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3329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85600E0-7AB0-4031-A612-7B2CCBEE75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026178"/>
            <a:ext cx="6460999" cy="726547"/>
          </a:xfrm>
        </p:spPr>
        <p:txBody>
          <a:bodyPr wrap="square" anchor="t" anchorCtr="0"/>
          <a:lstStyle>
            <a:lvl1pPr algn="l">
              <a:defRPr sz="4800"/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752725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1368"/>
            <a:ext cx="6477002" cy="2585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DCD881-DF20-456B-8D14-A0EB6AF3BE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B3D4ED-6111-45A9-9FC3-5B7AF7D9AFF5}"/>
              </a:ext>
            </a:extLst>
          </p:cNvPr>
          <p:cNvSpPr txBox="1"/>
          <p:nvPr userDrawn="1"/>
        </p:nvSpPr>
        <p:spPr>
          <a:xfrm>
            <a:off x="1778924" y="429918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2A6EE-334E-4DDB-83ED-5914EBD1AF18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229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39CD85-35E0-6B48-AB82-CCD067280D60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809E-4D4E-C945-902A-7DD2DF6A7B18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E5E4A50-58AB-41B2-9F86-A8A832F56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044-E072-2B4E-BFFC-0146FA9B6FE7}" type="datetime1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1CAE95-5DCF-4586-87BE-3A8F905DE3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E48B9C-04E0-4661-B812-7DD8184EF1DC}"/>
              </a:ext>
            </a:extLst>
          </p:cNvPr>
          <p:cNvSpPr txBox="1"/>
          <p:nvPr userDrawn="1"/>
        </p:nvSpPr>
        <p:spPr>
          <a:xfrm>
            <a:off x="4127352" y="639743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B48B8D16-5E77-49A4-8B81-7EBF8AFCE3C6}" type="datetimeyyyy">
              <a:rPr lang="en-US" sz="600" smtClean="0"/>
              <a:t>2026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4B0079-2D26-45B0-B93A-65DF246C3AF1}"/>
              </a:ext>
            </a:extLst>
          </p:cNvPr>
          <p:cNvSpPr txBox="1"/>
          <p:nvPr userDrawn="1"/>
        </p:nvSpPr>
        <p:spPr>
          <a:xfrm>
            <a:off x="1027210" y="6262434"/>
            <a:ext cx="77915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8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8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316544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A9F4E3B-1942-C04A-96ED-CBB9A376700D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FC72-B011-5D4E-9FDD-F83A5ADE7E91}" type="datetime1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E3C5-330F-2D40-943B-5649E099AC77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3A37-3933-324D-9550-C146DAD2C6AB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FB481-AB60-43A3-947D-B4556E8AB2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B6A92C4-3991-4546-B9BF-0AD738BD844B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915F-71E7-41C4-907A-C8F1E2D177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AFA98-7BE3-48BD-9D56-EE4F5EEB23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E6CE57-CAF1-8B4B-BA5C-873ED0224EE8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95AC19C-C017-E94D-AC73-02AE4505C559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47AFF-B9A3-6640-9520-00F78D684E19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8B273-0362-A44A-83F8-7BEB07154301}" type="datetime1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BB4287B-3925-EE4E-A3E2-A2570EAE5FFA}" type="datetime1">
              <a:rPr lang="en-US" smtClean="0"/>
              <a:t>3/27/26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303F300-2884-444D-96BE-BD244C2A9EDC}" type="datetime1">
              <a:rPr lang="en-US" smtClean="0"/>
              <a:t>3/27/26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907D3A-B643-F84A-A5E5-214B6BB7EB1C}" type="datetime1">
              <a:rPr lang="en-US" smtClean="0"/>
              <a:t>3/27/26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0"/>
            <a:ext cx="5372100" cy="4495799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3B3F-7E49-9D45-8D05-F240BC1EA0FB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2283-19AD-4542-A7CC-27DFC2C72FDA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B62D9-7B66-604C-8E3B-0199B6CCFED3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1844-EDC2-4BBC-9655-791EDDE7A288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0037-582D-9C4F-9EDA-A5DE32F4E309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574BE1-A486-7D43-BD4E-DE57160EBF07}" type="datetime1">
              <a:rPr lang="en-US" smtClean="0"/>
              <a:t>3/27/26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354CE5A-5F80-7645-B25A-4E67E6C284B3}" type="datetime1">
              <a:rPr lang="en-US" smtClean="0"/>
              <a:t>3/27/26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530EE99-DDF6-674D-B237-1C080EEF9D2F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11A3FE-4D6A-4FEE-B1CD-1FE73B8F23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DF1F2-F062-1E44-9E8B-47E9627323C9}" type="datetime1">
              <a:rPr lang="en-US" smtClean="0"/>
              <a:t>3/27/26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E28A0-3B8E-4865-89EE-429105F735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E6CCCA-E329-4D1B-BA01-85E29EF69CD8}"/>
              </a:ext>
            </a:extLst>
          </p:cNvPr>
          <p:cNvSpPr txBox="1"/>
          <p:nvPr userDrawn="1"/>
        </p:nvSpPr>
        <p:spPr>
          <a:xfrm>
            <a:off x="1027210" y="6262434"/>
            <a:ext cx="77915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8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800" dirty="0"/>
              <a:t>services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2CDE8-1435-403B-8585-454ADE6D4C5C}"/>
              </a:ext>
            </a:extLst>
          </p:cNvPr>
          <p:cNvSpPr txBox="1"/>
          <p:nvPr userDrawn="1"/>
        </p:nvSpPr>
        <p:spPr>
          <a:xfrm>
            <a:off x="4127352" y="639743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B48B8D16-5E77-49A4-8B81-7EBF8AFCE3C6}" type="datetimeyyyy">
              <a:rPr lang="en-US" sz="600" smtClean="0"/>
              <a:t>2026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98074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743620-822C-4F2E-9998-6E304D954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3C6-5FF2-F14D-A383-E6D5E2FB515E}" type="datetime1">
              <a:rPr lang="en-US" smtClean="0"/>
              <a:t>3/27/26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5B3FF-A08D-44FC-A0AE-D869ED9C1C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066FEF-F8AD-4E83-8824-3DEA40E14B6B}"/>
              </a:ext>
            </a:extLst>
          </p:cNvPr>
          <p:cNvSpPr txBox="1"/>
          <p:nvPr userDrawn="1"/>
        </p:nvSpPr>
        <p:spPr>
          <a:xfrm>
            <a:off x="1027210" y="6262434"/>
            <a:ext cx="77915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8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8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2F476-9062-4C3C-B2DD-4EF760F9568D}"/>
              </a:ext>
            </a:extLst>
          </p:cNvPr>
          <p:cNvSpPr txBox="1"/>
          <p:nvPr userDrawn="1"/>
        </p:nvSpPr>
        <p:spPr>
          <a:xfrm>
            <a:off x="4127352" y="639743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B48B8D16-5E77-49A4-8B81-7EBF8AFCE3C6}" type="datetimeyyyy">
              <a:rPr lang="en-US" sz="600" smtClean="0"/>
              <a:t>2026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431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B7E57E-945E-46D1-BD61-D6921E80A8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00236-2A71-1743-979D-B68AA382AAA0}" type="datetime1">
              <a:rPr lang="en-US" smtClean="0"/>
              <a:t>3/27/26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5968E3-0DF7-407B-9A2D-1A1AE08904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691437-DD9F-4040-AF62-9DA41AA44C61}"/>
              </a:ext>
            </a:extLst>
          </p:cNvPr>
          <p:cNvSpPr txBox="1"/>
          <p:nvPr userDrawn="1"/>
        </p:nvSpPr>
        <p:spPr>
          <a:xfrm>
            <a:off x="1027210" y="6262434"/>
            <a:ext cx="77915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8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8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39C038-A479-41A8-B528-7CFD7603FA7B}"/>
              </a:ext>
            </a:extLst>
          </p:cNvPr>
          <p:cNvSpPr txBox="1"/>
          <p:nvPr userDrawn="1"/>
        </p:nvSpPr>
        <p:spPr>
          <a:xfrm>
            <a:off x="4127352" y="639743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B48B8D16-5E77-49A4-8B81-7EBF8AFCE3C6}" type="datetimeyyyy">
              <a:rPr lang="en-US" sz="600" smtClean="0"/>
              <a:t>2026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83810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042FDE-DD19-41FD-8B6F-87590D7D7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4CAA-EED0-C24D-82E2-DAC3CA112108}" type="datetime1">
              <a:rPr lang="en-US" smtClean="0"/>
              <a:t>3/27/26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AAC885-C2D4-4F14-8900-38C88CAB9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D0D4C9-3CA2-4662-BF85-2EC5DA0A2B06}"/>
              </a:ext>
            </a:extLst>
          </p:cNvPr>
          <p:cNvSpPr txBox="1"/>
          <p:nvPr userDrawn="1"/>
        </p:nvSpPr>
        <p:spPr>
          <a:xfrm>
            <a:off x="1027210" y="6262434"/>
            <a:ext cx="77915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8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8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4AD826-010F-4496-9AC0-87589FB91019}"/>
              </a:ext>
            </a:extLst>
          </p:cNvPr>
          <p:cNvSpPr txBox="1"/>
          <p:nvPr userDrawn="1"/>
        </p:nvSpPr>
        <p:spPr>
          <a:xfrm>
            <a:off x="4127352" y="639743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B48B8D16-5E77-49A4-8B81-7EBF8AFCE3C6}" type="datetimeyyyy">
              <a:rPr lang="en-US" sz="600" smtClean="0"/>
              <a:t>2026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29398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748-602D-5D42-9D36-EB2BEB2D30D4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824F-BE0F-B445-A153-DC955B33794C}" type="datetime1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</p:spPr>
        <p:txBody>
          <a:bodyPr/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EFF9-5A04-0F4B-B372-8013334DAACE}" type="datetime1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F94D6F-FC6C-41D8-A694-AB55DA3B3D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06ED0-FF74-4527-AB4A-B0A4D8933E75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1960E-A48D-4065-9281-48D26644792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EFCB8B8-979C-4AAB-AA82-9F25D385B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54476E-F626-4819-A736-EC4102742C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2DEB717-2DE7-459C-BBF4-D1DE18E28B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97C2B80-F3FA-418B-83A2-AD00C724B0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944E1C8-03C2-4996-BF98-A9CACDB547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81FA1AA7-555D-4F9D-A68D-165E76FE78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B05F162-C8A5-4E12-B74F-866E647CBB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7ABC795-AA3D-4A5F-885A-E07B8B8AF8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76143-401D-453E-81E2-92342EE799BA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C80E64-C4D5-4E95-9648-B09A7342050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72133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12AE363-E174-413B-A5D8-84EF10248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79ABD0-4BB3-454B-96DF-FA1598EF70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52DB849-62DF-461B-B820-A4F32D048C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DA8CEFC-CF61-4A31-A788-161B3972B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439D56A-BB5E-4F3A-B629-0A1D1E862B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D5D8D917-6B13-42D6-8690-C650241D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0321A4E-2574-41DF-96BF-F2CDB2C809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32E8CB69-C161-4F4F-8247-6F0E5557C9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2AC5ED-C7CB-48A0-9C15-EEFF6E0AAFE5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78FAC-3B51-4D0A-BD03-B43C951C79BE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97030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8EE2A75-D393-46AE-BBAB-0EB32F6FE0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A73902-C254-4348-AC8F-7A5712464B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C957602-E6E1-48FD-A674-F0E29B19C8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5E640DD-5644-4072-B700-BE75881795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1CE8A87F-3E35-4DEB-81B0-C1AC29D11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DCA938FB-2229-41FA-B422-BA4198B742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E92DC88-034C-420D-85C5-F8681F9E9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D8C021E-4635-4036-8672-099B9DD4B3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6200E-3076-4B0A-8B98-AC564710BE3F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B5023-0BD9-44CC-ADFF-D2CB33335FA9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4227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0280A60-AE9B-4B6A-975D-35CFC5451D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2C9EB4-F1AF-4D5B-B797-12A017CD00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070AF26-7CD2-427C-AA91-5007610CFA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C7F58AC-B161-4FBE-9FD6-B35E51E34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1CD2A80-C504-434F-936F-3B2B1AFCEF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47C96C28-DBE7-41AE-B2A4-8E50C128D8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E9D8EDA-E4CA-4B74-9177-7D67910B1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B45939A9-6CA0-455E-9033-788F15899C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1B257E-5138-4729-B20C-DAF4DDEE0DE7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1715DE-BC86-4FCB-BD17-8FC076F179F5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03992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A117F34-934F-4076-88D3-D782D6ECB1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DDEC3C-3A7B-41CD-BA1E-F1F67821AD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E75229E-512D-4B42-B5D1-CF8CCA9E6A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A19A9CC-5AEE-44CE-AEDF-830A16B506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1DE48800-5CD8-4B07-BDB4-0138FFA207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50D0EB8-6F99-44AC-AA8F-9D74CE0E1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1EF49EB-4904-4C76-997C-A99DA56896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50712B44-50FF-4BA1-9E6C-5F60AEE2F4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23E45-657E-4373-91DD-81E9B9AA3670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5D3A05-7D3C-48EC-AC55-E02E957C043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00853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E2AD207-CE0A-4D3E-A94F-E95D4794AF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E8DB85-756D-43AA-A4E5-05992D1281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59644-4343-4773-A28F-4CBF7DF4E5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64855C4-2627-46E1-A9CA-B148C6AD81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8E36E688-F3C3-40CD-9899-3D65D5174B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DF14098-B30D-4FC9-B638-A7F0EAA1DD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A87B262-4F9C-4963-B71F-6A599F51E4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2E6B7D5-F737-477D-BCEB-A0FC9AA521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43D9E2-4F11-4E2D-8EA3-D1F2F1E72CA3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ED378-7422-42EF-88AB-07E379986173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99838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8E68949-CE6F-4504-96F3-8F99C5B810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34A202-5BCA-4C63-9A75-29E977C2BC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64D0F4C-32F5-4FAE-A5FD-112D779673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BAE7EE1-DB4F-46E7-B763-260F189585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A923609D-11EC-4A90-9DF4-6011CEFA06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FA5F0A2C-DD2C-42D9-9891-3AC7EAC58A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6FE6896-B28C-4407-9B9D-30EF7DEEC1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B0B2D505-D8BD-49D5-BA6B-C78D78B514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60883-406D-48B4-8CDD-71BEB0ECB9A6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41CC1A-6E92-436F-82D7-6001DB3EC42A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62878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6BDE67F-978F-4031-B3D3-DF4DCF6C95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EAADDF-3715-41F9-80EB-8089BE4C7D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30FD717-B5D1-4382-B640-9A1502DF29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80AFCB4-6EDA-47FA-9B03-8D52A02470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A3C913E-49B8-4E01-84BA-3E1302AAAA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5F2329A-FFEB-498F-831A-5B64A8D8A2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7DE1BE55-27D0-4CCD-BC1C-1E28603B28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01B2B04-0E68-469F-97F4-1485CABC89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0DC33-5D57-46E9-9BCB-2A20B0BEFE57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9AF962-2848-4033-B372-0DD5517ABA98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97730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A8B14CE-D48C-4755-97B8-C8D09BC4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2E4779-460A-4AB2-B60F-636DA52DBE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6067447-57A4-4241-95CA-58BA6147C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86F5222C-6420-402E-8432-442A9B9039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FF9F2DF-FEFD-4519-BA6A-321AE118D6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FB278312-C7E9-4084-9DA4-8FF690E63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841CF4B-BB8A-4DB4-9E3A-0FE156EE6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CCD502E-CCF3-4763-BBA5-9668C6A2CD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4012-9214-406A-B58C-9D30AAA3613A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4A505-DAD2-4081-829F-89B947A20811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65344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999E97E-66C6-4818-BD73-FD1DEC2A1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CF5C72-58D2-4105-AADB-DD17ABECFC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EE89F7E8-34D5-405B-AE9C-9A1ACC3C2B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E382DE2-8277-44F2-BA33-B9F080C863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F3C8CFB-D16E-4A3C-AD00-0A429FF646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0923359-3BBB-4CE7-B735-2F4ADEAEC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287D8B1-049A-44B5-941A-00789112FB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C754C1F4-1140-46D2-8F46-A49CC24C64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BCAA5F-C144-475C-9650-9272F9224924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712D3-D090-421F-BC47-6B95C6CFE0C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8865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A4623BD-B67C-4E55-8A2B-78F2A27CC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600" y="2461211"/>
            <a:ext cx="6257926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5FD913-AA31-4215-9688-5AEC91B155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122668E-8FB9-448F-A378-4A580E1A57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A949EC9C-3C70-49AA-8B49-6ADBA205EF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4F15B12-1AC6-4328-97BB-8B37EE3A02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27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EF48591-DA78-43C0-AB30-09A697E96E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27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B2E2B554-8152-4875-8AE7-DB559878A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63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4C9D5B0-6B00-4369-AE51-42B65E61ED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863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1FA90-7786-40EE-BE8D-BAE87E942B73}"/>
              </a:ext>
            </a:extLst>
          </p:cNvPr>
          <p:cNvSpPr txBox="1"/>
          <p:nvPr userDrawn="1"/>
        </p:nvSpPr>
        <p:spPr>
          <a:xfrm>
            <a:off x="1778924" y="596126"/>
            <a:ext cx="20475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2000" dirty="0"/>
              <a:t>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8347D6-DFBF-4781-B27A-27F19EB3702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</a:t>
            </a:r>
            <a:fld id="{326ED3D6-A7CE-42FE-9777-75B810404FBB}" type="datetimeyyyy">
              <a:rPr lang="en-US" sz="600" smtClean="0">
                <a:solidFill>
                  <a:schemeClr val="tx2"/>
                </a:solidFill>
              </a:rPr>
              <a:t>2026</a:t>
            </a:fld>
            <a:r>
              <a:rPr lang="en-US" sz="60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90687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718982"/>
            <a:ext cx="10972800" cy="44913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9618C-9F62-4F45-BFEE-50FB60B5EA01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914399"/>
            <a:ext cx="7962900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154A-3B33-8844-9990-D67A6550F1FA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F7498-417D-4745-9CAD-8718DE78FE52}" type="datetime1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CEBAAB-0537-4437-BC2B-6B3AE37AC4B9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FC8C2C-823B-4628-8350-08CF906A0E13}"/>
              </a:ext>
            </a:extLst>
          </p:cNvPr>
          <p:cNvSpPr txBox="1"/>
          <p:nvPr userDrawn="1"/>
        </p:nvSpPr>
        <p:spPr>
          <a:xfrm>
            <a:off x="4127352" y="639743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/>
              <a:t>© </a:t>
            </a:r>
            <a:fld id="{9EDA26FD-F98F-4749-8F1E-FD6005874055}" type="datetimeyyyy">
              <a:rPr lang="en-US" sz="600" smtClean="0"/>
              <a:pPr algn="l"/>
              <a:t>2026</a:t>
            </a:fld>
            <a:r>
              <a:rPr lang="en-US" sz="600" dirty="0"/>
              <a:t>, Amazon Web Services, Inc. or its affiliates. All rights reserved. Amazon Confidential and Trademark.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F9276-8F01-4059-A573-D0EF0286B621}"/>
              </a:ext>
            </a:extLst>
          </p:cNvPr>
          <p:cNvSpPr txBox="1"/>
          <p:nvPr userDrawn="1"/>
        </p:nvSpPr>
        <p:spPr>
          <a:xfrm>
            <a:off x="1027210" y="6262434"/>
            <a:ext cx="77915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800" dirty="0"/>
              <a:t>professional</a:t>
            </a:r>
          </a:p>
          <a:p>
            <a:pPr algn="l">
              <a:spcAft>
                <a:spcPts val="0"/>
              </a:spcAft>
            </a:pPr>
            <a:r>
              <a:rPr lang="en-US" sz="8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61" r:id="rId9"/>
    <p:sldLayoutId id="2147483654" r:id="rId10"/>
    <p:sldLayoutId id="2147483662" r:id="rId11"/>
    <p:sldLayoutId id="2147483663" r:id="rId12"/>
    <p:sldLayoutId id="2147483655" r:id="rId13"/>
    <p:sldLayoutId id="2147483650" r:id="rId14"/>
    <p:sldLayoutId id="2147483664" r:id="rId15"/>
    <p:sldLayoutId id="2147483666" r:id="rId16"/>
    <p:sldLayoutId id="2147483667" r:id="rId17"/>
    <p:sldLayoutId id="2147483665" r:id="rId18"/>
    <p:sldLayoutId id="2147483668" r:id="rId19"/>
    <p:sldLayoutId id="2147483653" r:id="rId20"/>
    <p:sldLayoutId id="2147483689" r:id="rId21"/>
    <p:sldLayoutId id="2147483691" r:id="rId22"/>
    <p:sldLayoutId id="2147483690" r:id="rId23"/>
    <p:sldLayoutId id="2147483657" r:id="rId24"/>
    <p:sldLayoutId id="2147483692" r:id="rId25"/>
    <p:sldLayoutId id="2147483694" r:id="rId26"/>
    <p:sldLayoutId id="2147483693" r:id="rId27"/>
    <p:sldLayoutId id="2147483652" r:id="rId28"/>
    <p:sldLayoutId id="2147483669" r:id="rId29"/>
    <p:sldLayoutId id="2147483670" r:id="rId30"/>
    <p:sldLayoutId id="2147483673" r:id="rId31"/>
    <p:sldLayoutId id="2147483651" r:id="rId32"/>
    <p:sldLayoutId id="2147483686" r:id="rId33"/>
    <p:sldLayoutId id="2147483687" r:id="rId34"/>
    <p:sldLayoutId id="2147483688" r:id="rId35"/>
    <p:sldLayoutId id="2147483671" r:id="rId36"/>
    <p:sldLayoutId id="2147483672" r:id="rId37"/>
    <p:sldLayoutId id="2147483695" r:id="rId38"/>
    <p:sldLayoutId id="2147483674" r:id="rId39"/>
    <p:sldLayoutId id="2147483675" r:id="rId40"/>
    <p:sldLayoutId id="2147483656" r:id="rId41"/>
    <p:sldLayoutId id="2147483676" r:id="rId42"/>
    <p:sldLayoutId id="2147483696" r:id="rId43"/>
    <p:sldLayoutId id="2147483697" r:id="rId44"/>
    <p:sldLayoutId id="2147483698" r:id="rId45"/>
    <p:sldLayoutId id="2147483699" r:id="rId46"/>
    <p:sldLayoutId id="2147483700" r:id="rId47"/>
    <p:sldLayoutId id="2147483701" r:id="rId48"/>
    <p:sldLayoutId id="2147483702" r:id="rId49"/>
    <p:sldLayoutId id="2147483703" r:id="rId50"/>
    <p:sldLayoutId id="2147483704" r:id="rId51"/>
    <p:sldLayoutId id="2147483705" r:id="rId52"/>
    <p:sldLayoutId id="2147483706" r:id="rId53"/>
    <p:sldLayoutId id="2147483707" r:id="rId54"/>
    <p:sldLayoutId id="2147483708" r:id="rId55"/>
    <p:sldLayoutId id="2147483678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2471-5CBB-4E21-A1A7-4AA51A94B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026178"/>
            <a:ext cx="9981365" cy="7265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6304F-51E0-4B51-B276-15FC9745E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3283453"/>
            <a:ext cx="6460998" cy="5355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131E8-AF56-4662-9ED1-7A919BBE9D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98FF8-9C75-461B-820E-3333FD6FBE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9F3C-CF40-4BE1-950B-0E50A165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4AED1-9723-4DF1-890A-EDDE1A09B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C2BD4-3734-E64E-9711-830E74F2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9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54E9EB-24F2-4D13-AF50-AF226C0F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60E5E-32F7-6F41-8516-27866116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35C6-DB38-40D7-8FC6-5ED52AA2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6A802-796A-4FF5-916C-83C85F3A6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768B3-92CD-4F22-97B5-AC5A9F119A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C4D151-2646-4730-9366-558CC73DC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56FD0F-445E-46F1-9B8B-8F6C792922B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EA96C-F7D4-6B41-896B-ED5832B8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4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46CB-67D9-4F90-A79A-80501304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C9BB4-5F4C-4667-ADD5-3B3CF540E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4E9F1-2815-4EBF-8471-B0F00D5E71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EFCED9-6614-4330-AE72-50F8B41BF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D335B70-A4B2-446E-9071-47C7B54CB8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0C4AB6-CBC4-4D4C-BDCD-DCA59565B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0E841B-BDCC-47D4-9246-9D42832699D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F6728-0D52-794E-AD4F-08F285FA41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5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21F9-C5BE-49FE-819A-8A843047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0CF69-0EB6-45AD-9A77-52286CEE4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E6C27-C938-440F-B1FA-ED133810C9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E45593-58F8-4740-B9B8-2647BE439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5BD583-4729-461D-9959-C86B3B4D46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E7585C-2995-4C72-97FA-DE56D61962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39079AB-8B88-4A84-9DF2-914F09F0A5C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617B9A-E385-4786-A4DD-D90CC85AB5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B7D6C45-EB0E-41FD-9E1B-0C098186DC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D383B-0530-1041-9D3E-A7A6FBB2B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5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7A020-E3CC-4B96-AC45-FCD985990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8AFE9-BA39-4145-A8A9-3C014FD867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099EE-682D-484F-A8A5-8DB2F177C2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52D8F-E291-48DF-B9A3-F234293E70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78C4E4-511B-49E3-8FAD-1AE9BC248C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A35D5-7D4A-49C3-8742-19972DA6D8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Dark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7" id="{6D756A43-8A33-754F-8EF9-8BB85E52246D}" vid="{E00214FC-C3F0-7743-825F-601FDA50C156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AWS_Powerpoint Template_Confidential_Dark_2022</Template>
  <TotalTime>13</TotalTime>
  <Words>5</Words>
  <Application>Microsoft Macintosh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Amazon Ember Display</vt:lpstr>
      <vt:lpstr>Wingdings</vt:lpstr>
      <vt:lpstr>Amazon Ember</vt:lpstr>
      <vt:lpstr>Lucida Console</vt:lpstr>
      <vt:lpstr>Arial</vt:lpstr>
      <vt:lpstr>AWS Confidential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Nash, Drew</dc:creator>
  <cp:lastModifiedBy>Hao, Olivia</cp:lastModifiedBy>
  <cp:revision>6</cp:revision>
  <dcterms:created xsi:type="dcterms:W3CDTF">2022-06-13T14:49:02Z</dcterms:created>
  <dcterms:modified xsi:type="dcterms:W3CDTF">2026-03-27T22:50:07Z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2026-03-27T21:53:08Z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1d57a8a4-4a12-49ed-9598-4612ccd2c90f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